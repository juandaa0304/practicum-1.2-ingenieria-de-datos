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PIB real</c:v>
                </c:pt>
                <c:pt idx="1">
                  <c:v>PIB nominal</c:v>
                </c:pt>
                <c:pt idx="2">
                  <c:v>IEE</c:v>
                </c:pt>
                <c:pt idx="3">
                  <c:v>Petróleo/riesgo</c:v>
                </c:pt>
                <c:pt idx="4">
                  <c:v>MINEDUC</c:v>
                </c:pt>
                <c:pt idx="5">
                  <c:v>VAB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</c:v>
                </c:pt>
                <c:pt idx="1">
                  <c:v>23</c:v>
                </c:pt>
                <c:pt idx="2">
                  <c:v>191</c:v>
                </c:pt>
                <c:pt idx="3">
                  <c:v>398</c:v>
                </c:pt>
                <c:pt idx="4">
                  <c:v>16201</c:v>
                </c:pt>
                <c:pt idx="5">
                  <c:v>20890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8E-4402-9C9E-5F92AB6960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1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338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de Tecnologías de la Información y Transformación Digital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Datos del Macroentorno Ecuatoriano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modelo relacional y dashboard </a:t>
            </a:r>
            <a:r>
              <a:rPr lang="en-US" sz="1700" i="1" dirty="0" err="1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analítico</a:t>
            </a:r>
            <a:r>
              <a:rPr lang="en-US" sz="1700" i="1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Avance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45720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63353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4572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45720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63353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4572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 · Base de datos SQLite · Bloques BCE y MINEDUC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objetivo del reto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577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Macroentorno de la UTPL integra indicadores económicos y laborales de nueve fuentes públicas del Ecuador. Hoy su actualización es manual: este reto construye el pipeline que la hace reproducible, siguiendo el modelo medallón (Bronze → Silver → Gold).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34838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331927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limpieza y carga de nueve fuentes públicas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9867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8221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relacional con dimensiones y hechos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4897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2511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tres preguntas analíticas en un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99262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8280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pipeline con la entrega automática de RPA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1280160"/>
            <a:ext cx="4937760" cy="4892040"/>
          </a:xfrm>
          <a:prstGeom prst="roundRect">
            <a:avLst>
              <a:gd name="adj" fmla="val 1495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508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fuentes, tres bloques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20574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BCE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03720" y="23500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real, PIB nominal, VAB, petróleo y riesgo país, IEE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03720" y="31089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— INEC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03720" y="3401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ENEMDU (empleo) y Censo 2022 por rama de actividad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03720" y="41605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— Supercias y MINEDUC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03720" y="44531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y directorio de empresas, AMIE 2023-2024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Pipeline de Datos del Macroentorno Ecuatoriano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pipeline: modelo medallón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 entregado y aprobado en la semana 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246120" cy="2834640"/>
          </a:xfrm>
          <a:prstGeom prst="roundRect">
            <a:avLst>
              <a:gd name="adj" fmla="val 2903"/>
            </a:avLst>
          </a:prstGeom>
          <a:solidFill>
            <a:srgbClr val="F5F7FA"/>
          </a:solidFill>
          <a:ln w="15875">
            <a:solidFill>
              <a:srgbClr val="8A9B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488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A9BB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48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5328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crudos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manual desde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públicas (BCE, INEC,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Supercias, MINEDUC).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y CSV originales.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78224" y="3163824"/>
            <a:ext cx="393192" cy="256032"/>
          </a:xfrm>
          <a:prstGeom prst="rightArrow">
            <a:avLst/>
          </a:prstGeom>
          <a:solidFill>
            <a:srgbClr val="C9D3DE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874520"/>
            <a:ext cx="3246120" cy="2834640"/>
          </a:xfrm>
          <a:prstGeom prst="roundRect">
            <a:avLst>
              <a:gd name="adj" fmla="val 2903"/>
            </a:avLst>
          </a:prstGeom>
          <a:solidFill>
            <a:srgbClr val="E8F1F4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1488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48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5328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limpios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limpieza por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fuente. Tablas relacionales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dimensiones y hechos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base de datos.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27264" y="3163824"/>
            <a:ext cx="393192" cy="256032"/>
          </a:xfrm>
          <a:prstGeom prst="rightArrow">
            <a:avLst/>
          </a:prstGeom>
          <a:solidFill>
            <a:srgbClr val="C9D3D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1874520"/>
            <a:ext cx="3246120" cy="2834640"/>
          </a:xfrm>
          <a:prstGeom prst="roundRect">
            <a:avLst>
              <a:gd name="adj" fmla="val 2903"/>
            </a:avLst>
          </a:prstGeom>
          <a:solidFill>
            <a:srgbClr val="F5F7FA"/>
          </a:solidFill>
          <a:ln w="15875">
            <a:solidFill>
              <a:srgbClr val="1E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1488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148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03920" y="25328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29260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calculadas que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las tres preguntas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analíticas del dashboard.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 Bronze y Silver construidos para BCE y MINEDUC · Gold pendiente (semana 4)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Pipeline de Datos del Macroentorno Ecuatoriano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trabajadas hasta ahora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1–3 · Seis fuentes descargadas y limpiadas de los bloques BCE y MINEDUC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6479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real anual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 – 2023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6334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2944368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76479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per cápita nominal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28600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2022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6334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2944368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10144" y="160020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11312" y="176479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VAB por provincia y cantón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11312" y="228600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11312" y="26334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20 890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11312" y="2944368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456432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621024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petróleo WTI y riesgo país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14223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diaria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44897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1248" y="480060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25112" y="3456432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3621024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 — Expectativas empresariales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26280" y="414223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mensual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44897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26280" y="480060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10144" y="3456432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8211312" y="3621024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MINEDUC — AMIE 2023-2024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11312" y="414223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educativas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11312" y="44897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16 201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11312" y="480060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Pipeline de Datos del Macroentorno Ecuatoriano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Transformaciones aplicadas en la limpieza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fuente tiene su propia función de limpieza, con validaciones documentadas en el código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F1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filas de datos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57276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descartan encabezados y notas al pie con patrones de año/fecha, sin depender de un número fijo de filas.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F1F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140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41401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convertidas a datetime, montos y porcentajes a numérico con pd.to_numeric().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F1F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552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25526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año de la serie de PIB conserva variación nula a propósito: no se elimina, se documenta.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965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por clave (año, fecha o período) con aviso impreso de cuántas filas se quitaron.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F1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49377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Petróleo y riesgo país se combinan por fecha con outer join, para no perder observaciones de ninguna serie.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Pipeline de Datos del Macroentorno Ecuatoriano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ve la limpieza en el código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 las funciones de Limpieza/limpieza_bce.py, cada fuente con su propia función documentada</a:t>
            </a:r>
            <a:endParaRPr lang="en-US" sz="1250" dirty="0"/>
          </a:p>
        </p:txBody>
      </p:sp>
      <p:pic>
        <p:nvPicPr>
          <p:cNvPr id="4" name="Image 0" descr="code_shots/sho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349240" cy="3511296"/>
          </a:xfrm>
          <a:prstGeom prst="rect">
            <a:avLst/>
          </a:prstGeom>
        </p:spPr>
      </p:pic>
      <p:pic>
        <p:nvPicPr>
          <p:cNvPr id="5" name="Image 1" descr="code_shots/sho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5349240" cy="33467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52120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de expresión regular sobre el año descarta encabezados y notas al pie sin depender de un número fijo de filas a saltar; el outer join conserva fechas aunque solo una de las dos series haya publicado dato.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Pipeline de Datos del Macroentorno Ecuatoriano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relacional construido en la base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compartidas (tiempo, geografía) y tablas de hechos por fuente, ya cargadas en SQLite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dim_tiempo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78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filas · PK id_tiempo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2A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dim_geografia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filas · PK id_geo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6916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(conectados a las dimensiones por FK)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205740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E8F1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1671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fact_macro_anual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51960" y="26700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filas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1112" y="205740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E8F1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21671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fact_indicadores_diarios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48272" y="26700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filas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07424" y="205740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E8F1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4584" y="21671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fact_vab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44584" y="26700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20 890 filas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3182112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E8F1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291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fact_iee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3794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 filas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11112" y="3182112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E8F1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3291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fact_mineduc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48272" y="3794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16 201 filas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2519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cinco tablas de hechos comparten dim_tiempo y/o dim_geografia como llaves foráneas, evitando duplicar año, provincia o cantón en cada una.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16203A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0292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2286000" y="50292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macroentorno.db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silver + 7 del modelo relacional)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5029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37 762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7863840" y="50292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limpios cargados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total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Pipeline de Datos del Macroentorno Ecuatoriano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construyen las llaves foráneas</a:t>
            </a:r>
            <a:endParaRPr lang="en-US" sz="2800" dirty="0"/>
          </a:p>
        </p:txBody>
      </p:sp>
      <p:pic>
        <p:nvPicPr>
          <p:cNvPr id="4" name="Image 0" descr="code_shots/sho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600200"/>
            <a:ext cx="8778240" cy="3831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Pipeline de Datos del Macroentorno Ecuatoriano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 de datos por fuente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registros limpios cargados por cada tabla silver en macroentorno.db</a:t>
            </a:r>
            <a:endParaRPr lang="en-US" sz="12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10881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Pipeline de Datos del Macroentorno Ecuatoriano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cronograma de 7 semanas: lo que sigue a partir de aquí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1691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limpieza de INEC (ENEMDU con melt()) y Supercias, completando las nueve fuentes.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468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DDL con las tablas faltantes (VAB, IEE, Supercias, MINEDUC con FK) y construir las cuatro vistas Gold.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Power BI a la base de datos y construir las páginas P1 y P2 del dashboard. Primera integración con archivos de RPA.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4023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página P3, agregar filtros y escribir la interpretación de cada visualización.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4800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final y demostración con datos entregados automáticamente por RPA.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Pipeline de Datos del Macroentorno Ecuatoriano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retroalimentación sobre el avance del pipeline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434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RetoPracticum (GitHub privado)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macroentorno.db (SQLite)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952</Words>
  <Application>Microsoft Office PowerPoint</Application>
  <PresentationFormat>Panorámica</PresentationFormat>
  <Paragraphs>160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David Vargas</cp:lastModifiedBy>
  <cp:revision>2</cp:revision>
  <dcterms:created xsi:type="dcterms:W3CDTF">2026-07-09T23:11:52Z</dcterms:created>
  <dcterms:modified xsi:type="dcterms:W3CDTF">2026-07-09T23:17:33Z</dcterms:modified>
</cp:coreProperties>
</file>