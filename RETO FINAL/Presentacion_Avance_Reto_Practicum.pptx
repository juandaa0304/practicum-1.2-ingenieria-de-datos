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3" r:id="rId5"/>
    <p:sldId id="264" r:id="rId6"/>
    <p:sldId id="259" r:id="rId7"/>
    <p:sldId id="260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643516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833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708190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72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08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325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827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34369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68957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02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163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6177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368">
          <p15:clr>
            <a:srgbClr val="F26B43"/>
          </p15:clr>
        </p15:guide>
        <p15:guide id="1" pos="6912">
          <p15:clr>
            <a:srgbClr val="F26B43"/>
          </p15:clr>
        </p15:guide>
        <p15:guide id="2" pos="936">
          <p15:clr>
            <a:srgbClr val="F26B43"/>
          </p15:clr>
        </p15:guide>
        <p15:guide id="3" pos="864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696">
          <p15:clr>
            <a:srgbClr val="F26B43"/>
          </p15:clr>
        </p15:guide>
        <p15:guide id="6" orient="horz" pos="432">
          <p15:clr>
            <a:srgbClr val="F26B43"/>
          </p15:clr>
        </p15:guide>
        <p15:guide id="7" orient="horz" pos="1512">
          <p15:clr>
            <a:srgbClr val="F26B43"/>
          </p15:clr>
        </p15:guide>
        <p15:guide id="8" pos="5184">
          <p15:clr>
            <a:srgbClr val="F26B43"/>
          </p15:clr>
        </p15:guide>
        <p15:guide id="9" pos="702">
          <p15:clr>
            <a:srgbClr val="F26B43"/>
          </p15:clr>
        </p15:guide>
        <p15:guide id="10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Reto Practicum - Avance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Ingeniería de Datos</a:t>
            </a:r>
          </a:p>
          <a:p>
            <a:pPr>
              <a:defRPr sz="2200"/>
            </a:pPr>
            <a:r>
              <a:t>Avance hasta el modelo relacional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del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Bronze (datos crudos)</a:t>
            </a:r>
          </a:p>
          <a:p>
            <a:pPr>
              <a:defRPr sz="2200"/>
            </a:pPr>
            <a:r>
              <a:t>Limpieza con Python</a:t>
            </a:r>
          </a:p>
          <a:p>
            <a:pPr>
              <a:defRPr sz="2200"/>
            </a:pPr>
            <a:r>
              <a:t>Silver (CSV limpios)</a:t>
            </a:r>
          </a:p>
          <a:p>
            <a:pPr>
              <a:defRPr sz="2200"/>
            </a:pPr>
            <a:r>
              <a:t>SQLite</a:t>
            </a:r>
          </a:p>
          <a:p>
            <a:pPr>
              <a:defRPr sz="2200"/>
            </a:pPr>
            <a:r>
              <a:t>Modelo relacional</a:t>
            </a:r>
          </a:p>
          <a:p>
            <a:pPr>
              <a:defRPr sz="2200"/>
            </a:pPr>
            <a:r>
              <a:t>Gold (pendiente)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Fuentes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2200"/>
            </a:pPr>
            <a:r>
              <a:rPr dirty="0"/>
              <a:t>BCE: </a:t>
            </a:r>
            <a:endParaRPr lang="es-ES" dirty="0"/>
          </a:p>
          <a:p>
            <a:pPr marL="0" indent="0">
              <a:buNone/>
              <a:defRPr sz="2200"/>
            </a:pPr>
            <a:r>
              <a:rPr lang="es-ES" dirty="0"/>
              <a:t>		</a:t>
            </a:r>
            <a:r>
              <a:rPr dirty="0"/>
              <a:t>PIB Real</a:t>
            </a:r>
            <a:endParaRPr lang="es-ES" dirty="0"/>
          </a:p>
          <a:p>
            <a:pPr marL="0" indent="0">
              <a:buNone/>
              <a:defRPr sz="2200"/>
            </a:pPr>
            <a:r>
              <a:rPr lang="es-EC" dirty="0"/>
              <a:t>		</a:t>
            </a:r>
            <a:r>
              <a:rPr dirty="0"/>
              <a:t>PIB Nominal</a:t>
            </a:r>
            <a:endParaRPr lang="es-ES" dirty="0"/>
          </a:p>
          <a:p>
            <a:pPr marL="0" indent="0">
              <a:buNone/>
              <a:defRPr sz="2200"/>
            </a:pPr>
            <a:r>
              <a:rPr lang="es-EC" dirty="0"/>
              <a:t>		</a:t>
            </a:r>
            <a:r>
              <a:rPr dirty="0"/>
              <a:t>VAB</a:t>
            </a:r>
            <a:endParaRPr lang="es-ES" dirty="0"/>
          </a:p>
          <a:p>
            <a:pPr marL="0" indent="0">
              <a:buNone/>
              <a:defRPr sz="2200"/>
            </a:pPr>
            <a:r>
              <a:rPr lang="es-EC" dirty="0"/>
              <a:t>		</a:t>
            </a:r>
            <a:r>
              <a:rPr dirty="0"/>
              <a:t>Petróleo</a:t>
            </a:r>
            <a:endParaRPr lang="es-ES" dirty="0"/>
          </a:p>
          <a:p>
            <a:pPr marL="0" indent="0">
              <a:buNone/>
              <a:defRPr sz="2200"/>
            </a:pPr>
            <a:r>
              <a:rPr lang="es-EC" dirty="0"/>
              <a:t>		</a:t>
            </a:r>
            <a:r>
              <a:rPr dirty="0"/>
              <a:t>Riesgo País</a:t>
            </a:r>
            <a:endParaRPr lang="es-ES" dirty="0"/>
          </a:p>
          <a:p>
            <a:pPr marL="0" indent="0">
              <a:buNone/>
              <a:defRPr sz="2200"/>
            </a:pPr>
            <a:r>
              <a:rPr lang="es-EC" dirty="0"/>
              <a:t>		</a:t>
            </a:r>
            <a:r>
              <a:rPr dirty="0"/>
              <a:t>IEE</a:t>
            </a:r>
          </a:p>
          <a:p>
            <a:pPr>
              <a:defRPr sz="2200"/>
            </a:pPr>
            <a:r>
              <a:rPr dirty="0"/>
              <a:t>MINEDUC: </a:t>
            </a:r>
            <a:endParaRPr lang="es-ES" dirty="0"/>
          </a:p>
          <a:p>
            <a:pPr marL="0" indent="0">
              <a:buNone/>
              <a:defRPr sz="2200"/>
            </a:pPr>
            <a:r>
              <a:rPr lang="es-ES" dirty="0"/>
              <a:t>		</a:t>
            </a:r>
            <a:r>
              <a:rPr dirty="0" err="1"/>
              <a:t>Registros</a:t>
            </a:r>
            <a:r>
              <a:rPr dirty="0"/>
              <a:t> </a:t>
            </a:r>
            <a:r>
              <a:rPr dirty="0" err="1"/>
              <a:t>Administrativos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99AF7-07CC-AC9F-4D75-C8A4B539A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77013-337B-26D1-40EF-268188B9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732" y="152399"/>
            <a:ext cx="7200900" cy="1485900"/>
          </a:xfrm>
        </p:spPr>
        <p:txBody>
          <a:bodyPr/>
          <a:lstStyle/>
          <a:p>
            <a:r>
              <a:rPr lang="es-ES" dirty="0"/>
              <a:t>Output de limpieza_bce.py</a:t>
            </a:r>
            <a:endParaRPr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E350FD8E-2546-73A9-4610-1422B86B61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2891" y="1008926"/>
            <a:ext cx="6766438" cy="564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862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7CEA2-8472-25F2-086E-BBEB750F1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DA9E1-F1F7-D2EE-2346-D69407B66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874" y="379554"/>
            <a:ext cx="7810500" cy="1485900"/>
          </a:xfrm>
        </p:spPr>
        <p:txBody>
          <a:bodyPr/>
          <a:lstStyle/>
          <a:p>
            <a:r>
              <a:rPr lang="es-ES" dirty="0"/>
              <a:t>Output de limpieza_mineduc.py</a:t>
            </a:r>
            <a:endParaRPr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534648A8-FCE8-C881-9957-002AD82462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9522" y="1233947"/>
            <a:ext cx="6834607" cy="484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459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Proceso ETL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Lectura desde Bronze</a:t>
            </a:r>
          </a:p>
          <a:p>
            <a:pPr>
              <a:defRPr sz="2200"/>
            </a:pPr>
            <a:r>
              <a:t>• Limpieza y transformación</a:t>
            </a:r>
          </a:p>
          <a:p>
            <a:pPr>
              <a:defRPr sz="2200"/>
            </a:pPr>
            <a:r>
              <a:t>• Validación</a:t>
            </a:r>
          </a:p>
          <a:p>
            <a:pPr>
              <a:defRPr sz="2200"/>
            </a:pPr>
            <a:r>
              <a:t>• Generación de Silver</a:t>
            </a:r>
          </a:p>
          <a:p>
            <a:pPr>
              <a:defRPr sz="2200"/>
            </a:pPr>
            <a:r>
              <a:t>• Carga a SQLite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relacional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 sz="2200"/>
            </a:pPr>
            <a:r>
              <a:t>Dimensiones:</a:t>
            </a:r>
          </a:p>
          <a:p>
            <a:pPr>
              <a:defRPr sz="2200"/>
            </a:pPr>
            <a:r>
              <a:t>- dim_tiempo</a:t>
            </a:r>
          </a:p>
          <a:p>
            <a:pPr>
              <a:defRPr sz="2200"/>
            </a:pPr>
            <a:r>
              <a:t>- dim_geografia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Hechos:</a:t>
            </a:r>
          </a:p>
          <a:p>
            <a:pPr>
              <a:defRPr sz="2200"/>
            </a:pPr>
            <a:r>
              <a:t>- fact_macro_anual</a:t>
            </a:r>
          </a:p>
          <a:p>
            <a:pPr>
              <a:defRPr sz="2200"/>
            </a:pPr>
            <a:r>
              <a:t>- fact_indicadores_diarios</a:t>
            </a:r>
          </a:p>
          <a:p>
            <a:pPr>
              <a:defRPr sz="2200"/>
            </a:pPr>
            <a:r>
              <a:t>- fact_vab</a:t>
            </a:r>
          </a:p>
          <a:p>
            <a:pPr>
              <a:defRPr sz="2200"/>
            </a:pPr>
            <a:r>
              <a:t>- fact_iee</a:t>
            </a:r>
          </a:p>
          <a:p>
            <a:pPr>
              <a:defRPr sz="2200"/>
            </a:pPr>
            <a:r>
              <a:t>- fact_mineduc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Estado actual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✔ </a:t>
            </a:r>
            <a:r>
              <a:rPr dirty="0" err="1"/>
              <a:t>Limpieza</a:t>
            </a:r>
            <a:r>
              <a:rPr dirty="0"/>
              <a:t> </a:t>
            </a:r>
            <a:r>
              <a:rPr dirty="0" err="1"/>
              <a:t>completada</a:t>
            </a:r>
            <a:endParaRPr dirty="0"/>
          </a:p>
          <a:p>
            <a:pPr>
              <a:defRPr sz="2200"/>
            </a:pPr>
            <a:r>
              <a:rPr dirty="0"/>
              <a:t>✔ Silver </a:t>
            </a:r>
            <a:r>
              <a:rPr dirty="0" err="1"/>
              <a:t>generado</a:t>
            </a:r>
            <a:endParaRPr dirty="0"/>
          </a:p>
          <a:p>
            <a:pPr>
              <a:defRPr sz="2200"/>
            </a:pPr>
            <a:r>
              <a:rPr dirty="0"/>
              <a:t>✔ Base SQLite </a:t>
            </a:r>
            <a:r>
              <a:rPr dirty="0" err="1"/>
              <a:t>creada</a:t>
            </a:r>
            <a:endParaRPr dirty="0"/>
          </a:p>
          <a:p>
            <a:pPr>
              <a:defRPr sz="2200"/>
            </a:pPr>
            <a:r>
              <a:rPr dirty="0"/>
              <a:t>✔ Modelo </a:t>
            </a:r>
            <a:r>
              <a:rPr dirty="0" err="1"/>
              <a:t>relacional</a:t>
            </a:r>
            <a:r>
              <a:rPr dirty="0"/>
              <a:t> </a:t>
            </a:r>
            <a:r>
              <a:rPr dirty="0" err="1"/>
              <a:t>implementado</a:t>
            </a:r>
            <a:endParaRPr dirty="0"/>
          </a:p>
          <a:p>
            <a:pPr>
              <a:defRPr sz="2200"/>
            </a:pPr>
            <a:r>
              <a:rPr dirty="0"/>
              <a:t>⏳ Vistas Gold</a:t>
            </a:r>
          </a:p>
          <a:p>
            <a:pPr>
              <a:defRPr sz="2200"/>
            </a:pPr>
            <a:r>
              <a:rPr dirty="0"/>
              <a:t>⏳ </a:t>
            </a:r>
            <a:r>
              <a:rPr dirty="0" err="1"/>
              <a:t>Integración</a:t>
            </a:r>
            <a:r>
              <a:rPr dirty="0"/>
              <a:t> con RPA</a:t>
            </a:r>
          </a:p>
          <a:p>
            <a:pPr>
              <a:defRPr sz="2200"/>
            </a:pPr>
            <a:r>
              <a:rPr dirty="0"/>
              <a:t>⏳ Dashboard Power BI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Crear vistas Gold</a:t>
            </a:r>
          </a:p>
          <a:p>
            <a:pPr>
              <a:defRPr sz="2200"/>
            </a:pPr>
            <a:r>
              <a:t>2. Integrar la base del grupo RPA</a:t>
            </a:r>
          </a:p>
          <a:p>
            <a:pPr>
              <a:defRPr sz="2200"/>
            </a:pPr>
            <a:r>
              <a:t>3. Validar el modelo</a:t>
            </a:r>
          </a:p>
          <a:p>
            <a:pPr>
              <a:defRPr sz="2200"/>
            </a:pPr>
            <a:r>
              <a:t>4. Dashboard y KPIs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Recort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Recort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cor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TM10001105[[fn=Recorte]]</Template>
  <TotalTime>9</TotalTime>
  <Words>191</Words>
  <Application>Microsoft Office PowerPoint</Application>
  <PresentationFormat>Presentación en pantalla (4:3)</PresentationFormat>
  <Paragraphs>52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1" baseType="lpstr">
      <vt:lpstr>Franklin Gothic Book</vt:lpstr>
      <vt:lpstr>Recorte</vt:lpstr>
      <vt:lpstr>Reto Practicum - Avance</vt:lpstr>
      <vt:lpstr>Arquitectura del Pipeline</vt:lpstr>
      <vt:lpstr>Fuentes de datos</vt:lpstr>
      <vt:lpstr>Output de limpieza_bce.py</vt:lpstr>
      <vt:lpstr>Output de limpieza_mineduc.py</vt:lpstr>
      <vt:lpstr>Proceso ETL</vt:lpstr>
      <vt:lpstr>Modelo relacional</vt:lpstr>
      <vt:lpstr>Estado actual</vt:lpstr>
      <vt:lpstr>Próximos pasos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Juan David Vargas</dc:creator>
  <cp:keywords/>
  <dc:description>generated using python-pptx</dc:description>
  <cp:lastModifiedBy>Juan David Vargas</cp:lastModifiedBy>
  <cp:revision>2</cp:revision>
  <dcterms:created xsi:type="dcterms:W3CDTF">2013-01-27T09:14:16Z</dcterms:created>
  <dcterms:modified xsi:type="dcterms:W3CDTF">2026-07-09T22:30:43Z</dcterms:modified>
  <cp:category/>
</cp:coreProperties>
</file>